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-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1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0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6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3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0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1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4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3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0083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47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6965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59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9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5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4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96547" y="1733389"/>
            <a:ext cx="5826719" cy="1646302"/>
          </a:xfrm>
        </p:spPr>
        <p:txBody>
          <a:bodyPr/>
          <a:lstStyle/>
          <a:p>
            <a:r>
              <a:rPr dirty="0"/>
              <a:t>Data Validation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8240" y="3482131"/>
            <a:ext cx="5826719" cy="1096899"/>
          </a:xfrm>
        </p:spPr>
        <p:txBody>
          <a:bodyPr/>
          <a:lstStyle/>
          <a:p>
            <a:r>
              <a:rPr dirty="0" err="1"/>
              <a:t>Customer_Master</a:t>
            </a:r>
            <a:r>
              <a:rPr dirty="0"/>
              <a:t> | </a:t>
            </a:r>
            <a:r>
              <a:rPr dirty="0" err="1"/>
              <a:t>Claim_History</a:t>
            </a:r>
            <a:r>
              <a:rPr dirty="0"/>
              <a:t> | </a:t>
            </a:r>
            <a:r>
              <a:rPr dirty="0" err="1"/>
              <a:t>Policy_Details</a:t>
            </a:r>
            <a:r>
              <a:rPr lang="en-US" dirty="0"/>
              <a:t> | </a:t>
            </a:r>
            <a:r>
              <a:rPr lang="en-US" dirty="0" err="1"/>
              <a:t>Agent_Info</a:t>
            </a:r>
            <a:r>
              <a:rPr lang="en-US" dirty="0"/>
              <a:t> | </a:t>
            </a:r>
            <a:r>
              <a:rPr lang="en-US" dirty="0" err="1"/>
              <a:t>Customer_Feedback_Surveys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74BC34-0E71-44D5-824A-355A0B48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973" y="5098688"/>
            <a:ext cx="2607199" cy="19949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24" y="1698677"/>
            <a:ext cx="6347714" cy="3880773"/>
          </a:xfrm>
        </p:spPr>
        <p:txBody>
          <a:bodyPr/>
          <a:lstStyle/>
          <a:p>
            <a:r>
              <a:rPr lang="en-US" dirty="0"/>
              <a:t>To e</a:t>
            </a:r>
            <a:r>
              <a:rPr dirty="0"/>
              <a:t>nsure dataset quality, consistency, and integrity before analysis.</a:t>
            </a:r>
          </a:p>
          <a:p>
            <a:endParaRPr dirty="0"/>
          </a:p>
          <a:p>
            <a:r>
              <a:rPr dirty="0"/>
              <a:t>Key Checks Performed: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Missing Value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Category Consistency Check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Foreign Key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Date Format Consistency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3DD4E4-D216-4A2D-A2DC-810D88DEC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65" y="5403693"/>
            <a:ext cx="2607199" cy="19949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Missing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Age, </a:t>
            </a:r>
            <a:r>
              <a:rPr lang="en-US" dirty="0" err="1"/>
              <a:t>Risk_score</a:t>
            </a:r>
            <a:r>
              <a:rPr lang="en-US" dirty="0"/>
              <a:t>, </a:t>
            </a:r>
            <a:r>
              <a:rPr lang="en-US" dirty="0" err="1"/>
              <a:t>Claim_amount</a:t>
            </a:r>
            <a:r>
              <a:rPr lang="en-US" dirty="0"/>
              <a:t> checked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No missing values found</a:t>
            </a:r>
          </a:p>
          <a:p>
            <a:endParaRPr dirty="0"/>
          </a:p>
          <a:p>
            <a:r>
              <a:rPr lang="en-US" dirty="0"/>
              <a:t>Foreign Key Validation: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Customer_ID</a:t>
            </a:r>
            <a:r>
              <a:rPr lang="en-US" dirty="0"/>
              <a:t> and </a:t>
            </a:r>
            <a:r>
              <a:rPr lang="en-US" dirty="0" err="1"/>
              <a:t>Policy_ID</a:t>
            </a:r>
            <a:r>
              <a:rPr lang="en-US" dirty="0"/>
              <a:t> validated using SQL Left Join</a:t>
            </a:r>
          </a:p>
          <a:p>
            <a:pPr marL="0" indent="0">
              <a:buNone/>
            </a:pPr>
            <a:r>
              <a:rPr lang="en-US" dirty="0"/>
              <a:t> All records valid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F7AC7-2AC9-4942-AA31-4D0BF6D91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65" y="5403693"/>
            <a:ext cx="2607199" cy="19949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Issues Identified &amp; Standardized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Gender (17 records corrected)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Mal, males, females → Male, Female</a:t>
            </a:r>
          </a:p>
          <a:p>
            <a:endParaRPr dirty="0"/>
          </a:p>
          <a:p>
            <a:r>
              <a:rPr dirty="0"/>
              <a:t>Region (10 records corrected)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south, </a:t>
            </a:r>
            <a:r>
              <a:rPr dirty="0" err="1"/>
              <a:t>Wset</a:t>
            </a:r>
            <a:r>
              <a:rPr dirty="0"/>
              <a:t> → South, West</a:t>
            </a:r>
          </a:p>
          <a:p>
            <a:endParaRPr dirty="0"/>
          </a:p>
          <a:p>
            <a:r>
              <a:rPr dirty="0"/>
              <a:t>Claim Status (6 records corrected)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</a:t>
            </a:r>
            <a:r>
              <a:rPr dirty="0" err="1"/>
              <a:t>Rejeted</a:t>
            </a:r>
            <a:r>
              <a:rPr dirty="0"/>
              <a:t>, </a:t>
            </a:r>
            <a:r>
              <a:rPr dirty="0" err="1"/>
              <a:t>Aproval</a:t>
            </a:r>
            <a:r>
              <a:rPr dirty="0"/>
              <a:t> → Rejected, Approved</a:t>
            </a:r>
          </a:p>
          <a:p>
            <a:endParaRPr dirty="0"/>
          </a:p>
          <a:p>
            <a:r>
              <a:rPr dirty="0"/>
              <a:t>Product Type (4 records corrected)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Properties → Property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704879-5A23-41AB-874E-27BFE596A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65" y="5403693"/>
            <a:ext cx="2607199" cy="19949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Methods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Functions: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UNIQUE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Replace</a:t>
            </a:r>
          </a:p>
          <a:p>
            <a:endParaRPr dirty="0"/>
          </a:p>
          <a:p>
            <a:r>
              <a:rPr dirty="0"/>
              <a:t>SQL Techniques: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LEFT JOIN for FK validation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DESCRIBE command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STR_TO_DATE for date format verification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50EE-1B15-405D-9DCB-12F532FB6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65" y="5403693"/>
            <a:ext cx="2607199" cy="19949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Validation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184" y="1708103"/>
            <a:ext cx="6347714" cy="3880773"/>
          </a:xfrm>
        </p:spPr>
        <p:txBody>
          <a:bodyPr>
            <a:normAutofit/>
          </a:bodyPr>
          <a:lstStyle/>
          <a:p>
            <a:r>
              <a:rPr dirty="0"/>
              <a:t>All validation checks successfully completed.</a:t>
            </a:r>
          </a:p>
          <a:p>
            <a:r>
              <a:rPr dirty="0"/>
              <a:t>No missing values in key numeric fields</a:t>
            </a:r>
          </a:p>
          <a:p>
            <a:r>
              <a:rPr dirty="0"/>
              <a:t> Categorical inconsistencies corrected</a:t>
            </a:r>
          </a:p>
          <a:p>
            <a:r>
              <a:rPr dirty="0"/>
              <a:t> Foreign key relationships validated</a:t>
            </a:r>
          </a:p>
          <a:p>
            <a:r>
              <a:rPr dirty="0"/>
              <a:t> Date formats verified and consistent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b="1" dirty="0"/>
              <a:t>             </a:t>
            </a:r>
            <a:r>
              <a:rPr b="1" dirty="0"/>
              <a:t>Dataset is clean and ready for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E96ED-5EA0-4689-8D0E-79A5E94E1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65" y="5403693"/>
            <a:ext cx="2607199" cy="19949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243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Data Validation Report</vt:lpstr>
      <vt:lpstr>Validation Objective</vt:lpstr>
      <vt:lpstr>Key Validation Results</vt:lpstr>
      <vt:lpstr>Data Issues Identified &amp; Standardized</vt:lpstr>
      <vt:lpstr>Validation Methods Used</vt:lpstr>
      <vt:lpstr>Final Validation Status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Validation Report</dc:title>
  <dc:subject/>
  <dc:creator/>
  <cp:keywords/>
  <dc:description>generated using python-pptx</dc:description>
  <cp:lastModifiedBy>Tanush</cp:lastModifiedBy>
  <cp:revision>10</cp:revision>
  <dcterms:created xsi:type="dcterms:W3CDTF">2013-01-27T09:14:16Z</dcterms:created>
  <dcterms:modified xsi:type="dcterms:W3CDTF">2026-04-16T18:02:34Z</dcterms:modified>
  <cp:category/>
</cp:coreProperties>
</file>